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ZeroToken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68680" y="3977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Token-Efficient Routing Agent — Track 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68680" y="4572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Hackathon: ACT II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5349240"/>
            <a:ext cx="4023360" cy="685800"/>
          </a:xfrm>
          <a:prstGeom prst="roundRect">
            <a:avLst>
              <a:gd name="adj" fmla="val 16000"/>
            </a:avLst>
          </a:prstGeom>
          <a:solidFill>
            <a:srgbClr val="16202B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54132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Fireworks tokens</a:t>
            </a:r>
            <a:pPr indent="0" marL="0">
              <a:buNone/>
            </a:pPr>
            <a:r>
              <a:rPr lang="en-US" sz="15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every task answered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321040" y="164592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21040" y="16459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12680" y="164592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12680" y="16459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6060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12680" y="260604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1268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321040" y="356616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35661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12680" y="356616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35661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45262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4526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12680" y="4526280"/>
            <a:ext cx="1554480" cy="731520"/>
          </a:xfrm>
          <a:prstGeom prst="roundRect">
            <a:avLst>
              <a:gd name="adj" fmla="val 12500"/>
            </a:avLst>
          </a:prstGeom>
          <a:solidFill>
            <a:srgbClr val="1B2836"/>
          </a:solidFill>
          <a:ln w="12700">
            <a:solidFill>
              <a:srgbClr val="26374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12680" y="45262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leaderboard is one number: Fireworks tokens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1 ranks submissions that pass the accuracy gate by total tokens, ascending. The rules say local inference inside the container counts fully toward accuracy — and zero toward tokens.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6202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880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cap on the grading VM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4840" y="2651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6202B"/>
          </a:solidFill>
          <a:ln/>
        </p:spPr>
      </p:sp>
      <p:sp>
        <p:nvSpPr>
          <p:cNvPr id="8" name="Text 6"/>
          <p:cNvSpPr/>
          <p:nvPr/>
        </p:nvSpPr>
        <p:spPr>
          <a:xfrm>
            <a:off x="4434840" y="2880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GB / 2 vCPU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61772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environment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2651760"/>
            <a:ext cx="3291840" cy="2011680"/>
          </a:xfrm>
          <a:prstGeom prst="roundRect">
            <a:avLst>
              <a:gd name="adj" fmla="val 5455"/>
            </a:avLst>
          </a:prstGeom>
          <a:solidFill>
            <a:srgbClr val="16202B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0" y="2880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29600" y="38404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is the optimal — and legal — score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winning router is the one that (almost) never has to leave the box.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local-first cascade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719072"/>
            <a:ext cx="685800" cy="685800"/>
          </a:xfrm>
          <a:prstGeom prst="ellipse">
            <a:avLst/>
          </a:prstGeom>
          <a:solidFill>
            <a:srgbClr val="57A8E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71907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0" y="155448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16202B"/>
          </a:solidFill>
          <a:ln/>
        </p:spPr>
      </p:sp>
      <p:sp>
        <p:nvSpPr>
          <p:cNvPr id="6" name="Text 4"/>
          <p:cNvSpPr/>
          <p:nvPr/>
        </p:nvSpPr>
        <p:spPr>
          <a:xfrm>
            <a:off x="2103120" y="166420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classifier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03120" y="208483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categories, deterministic, microseconds, free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136392"/>
            <a:ext cx="685800" cy="68580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363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828800" y="297180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16202B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30815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Qwen3.5-2B local (llama.cpp, CPU)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03120" y="350215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4-bit, 1.3 GB — answers everything · 0 tokens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553712"/>
            <a:ext cx="685800" cy="685800"/>
          </a:xfrm>
          <a:prstGeom prst="ellipse">
            <a:avLst/>
          </a:prstGeom>
          <a:solidFill>
            <a:srgbClr val="E0A65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5371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828800" y="4389120"/>
            <a:ext cx="9418320" cy="1051560"/>
          </a:xfrm>
          <a:prstGeom prst="roundRect">
            <a:avLst>
              <a:gd name="adj" fmla="val 10435"/>
            </a:avLst>
          </a:prstGeom>
          <a:solidFill>
            <a:srgbClr val="16202B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449884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safety net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2103120" y="4919472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smallest ALLOWED_MODELS entry, only on failure or time pressure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mode ON only for math &amp; logic · OFF elsewhere — controlled per request via the chat template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to never fail the harness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836"/>
          </a:solidFill>
          <a:ln/>
        </p:spPr>
      </p:sp>
      <p:sp>
        <p:nvSpPr>
          <p:cNvPr id="4" name="Text 2"/>
          <p:cNvSpPr/>
          <p:nvPr/>
        </p:nvSpPr>
        <p:spPr>
          <a:xfrm>
            <a:off x="105156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budgets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real tokens/sec after a warm-up request; sizes every generation to finish inside the 10-minute cap.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Easy-first ordering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709160" y="2286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No-think categories run first — if time gets tight, only reasoning-heavy tasks see smaller budgets.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160020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836"/>
          </a:solidFill>
          <a:ln/>
        </p:spPr>
      </p:sp>
      <p:sp>
        <p:nvSpPr>
          <p:cNvPr id="10" name="Text 8"/>
          <p:cNvSpPr/>
          <p:nvPr/>
        </p:nvSpPr>
        <p:spPr>
          <a:xfrm>
            <a:off x="8366760" y="1783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salvage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66760" y="2286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response is cut mid-reasoning, the agent retries without thinking, then falls back to the thought tail.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9476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self-check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51560" y="44805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Python is AST-parsed; syntax failures trigger one free local retry.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80560" y="379476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B2836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valid output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9160" y="44805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results.json is always written, always valid JSON, exit code always 0.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3794760"/>
            <a:ext cx="3383280" cy="1920240"/>
          </a:xfrm>
          <a:prstGeom prst="roundRect">
            <a:avLst>
              <a:gd name="adj" fmla="val 5714"/>
            </a:avLst>
          </a:prstGeom>
          <a:solidFill>
            <a:srgbClr val="16202B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977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Env-driven config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448056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FIREWORKS_API_KEY / BASE_URL / ALLOWED_MODELS read at runtime — nothing hardcoded.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judge sees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283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474720" y="160934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capital of Australia is Canberra, … near Lake Burley Griffin.”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283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231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0" y="247802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“Mixed; balances positive praise for battery life with negative criticism of the screen.”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29184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283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9184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34670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constraint followed exactly.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416052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2836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60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421538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 Sanchez – Person · Fireworks AI – Organization · Berlin – Location · March – Date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283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debug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5084064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identified in one sentence + corrected implementation.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tokens spent: </a:t>
            </a:r>
            <a:pPr indent="0" marL="0">
              <a:buNone/>
            </a:pPr>
            <a:r>
              <a:rPr lang="en-US" sz="2200" b="1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lean, ships anywhere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01752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Qwen3.5-2B (Apache-2.0), Unsloth dynamic Q4_K_XL GGUF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01752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llama.cpp server — official image, OpenAI-compatible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Single-file Python 3, stdlib only, zero pip dependencies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297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7A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linux/amd64 · ~2 GB compressed (10 GB limit)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5394960"/>
            <a:ext cx="10515600" cy="868680"/>
          </a:xfrm>
          <a:prstGeom prst="roundRect">
            <a:avLst>
              <a:gd name="adj" fmla="val 12632"/>
            </a:avLst>
          </a:prstGeom>
          <a:solidFill>
            <a:srgbClr val="1620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486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ZeroToken Router — </a:t>
            </a:r>
            <a:pPr indent="0" marL="0">
              <a:buNone/>
            </a:pPr>
            <a:r>
              <a:rPr lang="en-US" sz="2000" dirty="0">
                <a:solidFill>
                  <a:srgbClr val="6FCF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the gate, spend nothing, top the board.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2026-07-09T16:34:06Z</dcterms:created>
  <dcterms:modified xsi:type="dcterms:W3CDTF">2026-07-09T16:34:06Z</dcterms:modified>
</cp:coreProperties>
</file>