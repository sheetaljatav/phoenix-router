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Token-Efficient Routing Agent — Track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Hackathon: ACT II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534924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24181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4132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Fireworks tokens</a:t>
            </a:r>
            <a:pPr indent="0" marL="0">
              <a:buNone/>
            </a:pPr>
            <a:r>
              <a:rPr lang="en-US" sz="15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every task answered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21040" y="164592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12680" y="164592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1268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6060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12680" y="26060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356616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566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12680" y="356616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3566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45262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526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12680" y="45262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E1E12"/>
          </a:solidFill>
          <a:ln w="12700">
            <a:solidFill>
              <a:srgbClr val="473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4526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leaderboard is one number: Fireworks tokens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ranks submissions that pass the accuracy gate by total tokens, ascending. The rules say local inference inside the container counts fully toward accuracy — and zero toward tokens.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2418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cap on the grading VM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241811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 / 2 vCPU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environment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24181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is the optimal — and legal — 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winning router is the one that (almost) never has to leave the box.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local-first cascade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719072"/>
            <a:ext cx="685800" cy="685800"/>
          </a:xfrm>
          <a:prstGeom prst="ellipse">
            <a:avLst/>
          </a:prstGeom>
          <a:solidFill>
            <a:srgbClr val="F2803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190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24181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6642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classifier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08483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categories, deterministic, microseconds, free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136392"/>
            <a:ext cx="685800" cy="68580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36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241811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0815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 local (llama.cpp, CPU)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350215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4-bit, 1.3 GB — answers everything · 0 tokens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553712"/>
            <a:ext cx="685800" cy="685800"/>
          </a:xfrm>
          <a:prstGeom prst="ellipse">
            <a:avLst/>
          </a:prstGeom>
          <a:solidFill>
            <a:srgbClr val="E0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53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828800" y="438912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241811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4498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safety net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03120" y="491947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ALLOWED_MODELS entry, only on failure or time pressure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Majority-voting on logic puzzles · generated code executes its own tests before answering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never fail the harness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E1E1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budgets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real tokens/sec after a warm-up request; sizes every generation to finish inside the 10-minute cap.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41811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Easy-first ordering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No-think categories run first — if time gets tight, only reasoning-heavy tasks see smaller budgets.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E1E12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salvage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667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answers trigger a compact free retry that always ends with a final Answer 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4181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self-check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 is executed against separately-generated tests; failures trigger a corrected retry.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E1E12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 output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results.json is always written, always valid JSON, exit code always 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41811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Env-driven config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FIREWORKS_API_KEY / BASE_URL / ALLOWED_MODELS read at runtime — nothing hardcoded.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 sees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E1E1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60934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capital of Australia is Canberra, … near Lake Burley Griffin.”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E1E1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4780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“Mixed; balances positive praise for battery life with negative criticism of the screen.”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E1E1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34670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constraint followed exactly.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E1E1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421538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Sanchez – Person · Fireworks AI – Organization · Berlin – Location · March – Date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E1E1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debug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508406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identified in one sentence + corrected implementation.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tokens spent: </a:t>
            </a:r>
            <a:pPr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lean, ships anywhere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 (Apache-2.0), Unsloth dynamic Q4_K_XL GGUF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server — official image, OpenAI-compatible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Python 3, stdlib only, zero pip dependencies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linux/amd64 · ~2 GB compressed (10 GB limit)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24181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Router — </a:t>
            </a:r>
            <a:pPr indent="0" marL="0">
              <a:buNone/>
            </a:pPr>
            <a:r>
              <a:rPr lang="en-US" sz="20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gate, spend nothing, top the board.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2026-07-10T10:54:37Z</dcterms:created>
  <dcterms:modified xsi:type="dcterms:W3CDTF">2026-07-10T10:54:37Z</dcterms:modified>
</cp:coreProperties>
</file>